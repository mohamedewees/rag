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GROUNDED, OFFLINE INTELLIGENCE FOR TIER-1 SERVICES | SEPA PAYMENT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1F5F9"/>
                </a:solidFill>
              </a:defRPr>
            </a:pPr>
            <a:r>
              <a:t>AI-Powered Offline Service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Zero-leakage, air-gapped retrieval-augmented intelligence for Instant Engineering Answers &amp; Automated Remedy Incident Investigation.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3328416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4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100% Risk-Free Security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Operates entirely offline inside internal infrastructure. Zero external API calls, zero cloud data leakage, full GDPR &amp; PCI compliance.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3566160"/>
            <a:ext cx="3328416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374904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Grounded Runbook Answers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Parses PDFs, Word docs, Markdown, and diagrams. Generates exact answers backed by direct page &amp; section citations.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3566160"/>
            <a:ext cx="3328416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374904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Remedy AO Pre-Analysis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Future integration with Remedy AO-Dashboard to automatically perform preliminary triage on INCs and Service Requests (SRs).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OPERATIONAL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Challenge in Tier-1 SEPA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Scattered Knowledge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SEPA runbooks, architecture maps, and API specs live fragmented across Confluence exports, PDFs, and Word files without unified search capabilities.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463040"/>
            <a:ext cx="3328416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373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Critical MTTR Delays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On-call engineers lose valuable incident response minutes hunting through documents or manually triaging repeated Remedy tickets during outages.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463040"/>
            <a:ext cx="3328416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Financial Tier-1 Risk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High-stakes payment gateway with zero margin for error. Public cloud AI tools cannot be used due to strict banking data privacy policies.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120640"/>
            <a:ext cx="10716768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70% of incident resolution time in Tier-1 payment systems is spent on initial documentation lookup and manual log triage.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Target MTTR Reduction: -45% using grounded offline AI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What We Built: The AI Service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47548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Grounded Answers with Citations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Every response links directly back to the exact runbook page or API specification section.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47548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Multi-Format Ingestion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Parses PDFs, Word files, Markdown docs, structured tables, and architectural schemas seamlessly.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47548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Local Hardware Execution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Runs locally using Ollama (qwen2.5:3b / llama3). No remote servers or API tokens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63040"/>
            <a:ext cx="5669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CHAT INTERFACE DEMO (Model: qwen2.5:3b)</a:t>
            </a:r>
          </a:p>
          <a:p>
            <a:br/>
            <a:pPr>
              <a:defRPr sz="1300" b="1">
                <a:solidFill>
                  <a:srgbClr val="F1F5F9"/>
                </a:solidFill>
              </a:defRPr>
            </a:pPr>
            <a:r>
              <a:t>[User]: Please describe the mandate creation request format?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[AI Grounded Response]: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Mandates are created via POST request to /v1/mandates.</a:t>
            </a:r>
            <a:br/>
            <a:r>
              <a:t>Required payload parameters include:</a:t>
            </a:r>
            <a:br/>
            <a:r>
              <a:t> • debtor_iban: Debtor account IBAN</a:t>
            </a:r>
            <a:br/>
            <a:r>
              <a:t> • creditor_id: Unique creditor identifier</a:t>
            </a:r>
            <a:br/>
            <a:r>
              <a:t> • mandate_reference: E.g., MREF-2026-00931</a:t>
            </a:r>
            <a:br/>
            <a:br/>
            <a:r>
              <a:t>Sources Cited (3):</a:t>
            </a:r>
            <a:br/>
            <a:r>
              <a:t> -&gt; SEPA_Mandate_Runbook_v2.4.pdf (Page 14)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ENTERPRISE SECURITY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100% Security Risk-Free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Air-Gapped &amp; Offline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Zero external API calls. Runs in a sandboxed network environment with no outbound internet connectivity.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46304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Data Sovereignty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No payment topology, customer PII, or internal security keys ever leave company-owned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$0 Per-Query Cost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Zero third-party SaaS subscriptions or per-token charges. Predictable fixed infrastructure overhead.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46304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Audit &amp; Compliance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Fully compliant with banking regulations (GDPR, PCI-DSS) by eliminating third-party AI vendor processing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10716768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Zero Hallucination Assurance Strategy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Strict system prompt constraints force the local model to explicitly return 'Information not found in documentation' if retrieved context vectors do not contain direct evidence for the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Grounded RAG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993392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1. Docs Ingestion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PDFs, Word, Confluence exports &amp; API specs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2" y="1463040"/>
            <a:ext cx="1993392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600200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2. Parse &amp; Chunk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Smart chunking with overlap &amp; metadata preservation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4064" y="1463040"/>
            <a:ext cx="1993392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1600200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3. Local Vector Embed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Vectorized via high-speed local embedding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1463040"/>
            <a:ext cx="1993392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6" y="1600200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4. Search &amp; Rerank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Hybrid semantic search + relevance reranker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1463040"/>
            <a:ext cx="1993392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8048" y="1600200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5. Grounded Output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Ollama LLM builds answer with precise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52120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Key Technical Safeguards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Document Deduplication: Prevents redundant vector storage during updates.</a:t>
            </a:r>
            <a:br/>
            <a:r>
              <a:t>• Layout Preservation: Retains Markdown tables for exact API field mapping.</a:t>
            </a:r>
            <a:br/>
            <a:r>
              <a:t>• Second-Pass Reranking: Ensures top-k chunk relevance before LLM prompt assembly.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83280"/>
            <a:ext cx="5230368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Hardware &amp; Storage Footprint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Local Ollama Runtime: Runs lightweight quantised models (qwen2.5:3b / llama3).</a:t>
            </a:r>
            <a:br/>
            <a:r>
              <a:t>• Embedded Vector Database: Instant vector lookup without external DB cluster requirements.</a:t>
            </a:r>
            <a:br/>
            <a:r>
              <a:t>• Minimal Hardware: Operates on internal GPU server node or standard workstation.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FUTURE CAPABILITY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Remedy AO-Dashboard Integration &amp; Pre-Analysis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669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AUTOMATED INCIDENT PRE-ANALYSIS FLOW</a:t>
            </a:r>
          </a:p>
          <a:p>
            <a:br/>
            <a:pPr>
              <a:defRPr sz="1400" b="1">
                <a:solidFill>
                  <a:srgbClr val="F1F5F9"/>
                </a:solidFill>
              </a:defRPr>
            </a:pPr>
            <a:r>
              <a:t>1. INC / SR Created in Remedy AO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e.g., INC-2026-9041: SEPA Direct Debit Clearing Failure Code 0x82</a:t>
            </a:r>
          </a:p>
          <a:p>
            <a:br/>
            <a:pPr>
              <a:defRPr sz="1400" b="1">
                <a:solidFill>
                  <a:srgbClr val="A855F7"/>
                </a:solidFill>
              </a:defRPr>
            </a:pPr>
            <a:r>
              <a:t>2. AI Pre-Analysis &amp; Matching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Agent parses ticket summary -&gt; Searches local runbooks &amp; historic INC/SR patterns -&gt; Identifies root-cause candidate.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3. Remedy AO Work Info Enrichment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Injects preliminary diagnostic notes, troubleshooting steps, and exact runbook links directly into Remedy ticket Work Info.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463040"/>
            <a:ext cx="47548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002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Zero-Delay First Response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Engineers open tickets with 50% of initial triage work already completed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108960"/>
            <a:ext cx="47548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2461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Historic Incident Correlation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Cross-references incoming tickets with past resolved INC/SR patterns to surface known workarounds.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4754880"/>
            <a:ext cx="47548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89204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Human-in-the-Loop Safeguard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Pre-analysis acts as an advisory diagnostic assistant—on-call engineers retain full authority.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EVOLUTION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Product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PHASE 1: OPERATIONAL TODAY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✓  Multi-format document ingestion (PDF, Word, Markdown, Tables)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✓  100% Offline Q&amp;A with grounded source citations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✓  Interactive web-based chat dashboard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✓  Direct browser document upload &amp; vector indexing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✓  Zero data leakage / sandboxed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30368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PHASE 2 &amp; 3: NEXT MILESTONES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→  Remedy AO Integration: Automated pre-triage for INCs &amp; SRs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→  Multi-turn conversational context &amp; follow-up questions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→  Auto-detection of updated runbooks in internal repos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→  Role-Based Access Control (RBAC) &amp; escalation rules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→  Cluster GPU distribution for sub-second response times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NEXT STEPS &amp;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What We Are Asking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Help us transition this prototype into a production-grade operational multiplier for Payments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28416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01. Pilot Team Access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 3-week pilot with a small group of SEPA on-call engineers for real-world operational testing and prompt 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2011680"/>
            <a:ext cx="3328416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286000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02. Remedy Sandbox API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Permission to test Remedy AO-Dashboard integration in a non-production test environment for INC/SR automated triage.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2011680"/>
            <a:ext cx="3328416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286000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03. Shared Compute Hardware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Allocation of an internal GPU server node to achieve sub-second query response times across the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94960"/>
            <a:ext cx="1071676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2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Thank You — 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