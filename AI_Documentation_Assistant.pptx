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005840"/>
            <a:ext cx="1371600" cy="13716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5394960" y="10058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Documentation Assistant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703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Offline Answers for SEPA Payment Gateway Support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Engineering  |  Internal Tooling Proposal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08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737360" y="146304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is scattered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37360" y="185623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 runbooks live across Confluence exports, PDFs, and Word docs -- not one place to search.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37360" y="297180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take too long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37360" y="336499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lose valuable time searching during incidents instead of resolving them.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52628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526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37360" y="448056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stakes, low margin for error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37360" y="487375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SEPA Payment Gateway is Tier 1 -- Financial Critical. Slow or wrong answers are costly.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4937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grounded in our own documentation -- not general internet knowledge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cites the source document it came from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PDFs, Word docs, and Markdown -- including tables and diagrams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offline: no data ever leaves our infrastructure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172200" y="1554480"/>
            <a:ext cx="55778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38100" dir="5400000">
              <a:srgbClr val="808080">
                <a:alpha val="30000"/>
              </a:srgbClr>
            </a:outerShdw>
          </a:effectLst>
        </p:spPr>
      </p:sp>
      <p:pic>
        <p:nvPicPr>
          <p:cNvPr id="5" name="Image 0" descr="demo_fu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1691640"/>
            <a:ext cx="5303520" cy="2468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72200" y="420624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the browser -- ask, get a grounded answer with sources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274320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7432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554480" y="2606040"/>
            <a:ext cx="457200" cy="457200"/>
          </a:xfrm>
          <a:prstGeom prst="ellipse">
            <a:avLst/>
          </a:prstGeom>
          <a:solidFill>
            <a:srgbClr val="E8B33D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9319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47672" y="3159252"/>
            <a:ext cx="548640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2926080" y="274320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27432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657600" y="2606040"/>
            <a:ext cx="457200" cy="457200"/>
          </a:xfrm>
          <a:prstGeom prst="ellipse">
            <a:avLst/>
          </a:prstGeom>
          <a:solidFill>
            <a:srgbClr val="E8B33D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97480" y="39319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Chunk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50792" y="3159252"/>
            <a:ext cx="548640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274320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7432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760720" y="2606040"/>
            <a:ext cx="457200" cy="457200"/>
          </a:xfrm>
          <a:prstGeom prst="ellipse">
            <a:avLst/>
          </a:prstGeom>
          <a:solidFill>
            <a:srgbClr val="E8B33D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39319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53912" y="3159252"/>
            <a:ext cx="548640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274320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27432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7863840" y="2606040"/>
            <a:ext cx="457200" cy="457200"/>
          </a:xfrm>
          <a:prstGeom prst="ellipse">
            <a:avLst/>
          </a:prstGeom>
          <a:solidFill>
            <a:srgbClr val="E8B33D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03720" y="39319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Rerank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57032" y="3159252"/>
            <a:ext cx="548640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7" name="Shape 25"/>
          <p:cNvSpPr/>
          <p:nvPr/>
        </p:nvSpPr>
        <p:spPr>
          <a:xfrm>
            <a:off x="9235440" y="274320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9235440" y="27432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9966960" y="2606040"/>
            <a:ext cx="457200" cy="457200"/>
          </a:xfrm>
          <a:prstGeom prst="ellipse">
            <a:avLst/>
          </a:prstGeom>
          <a:solidFill>
            <a:srgbClr val="E8B33D"/>
          </a:solidFill>
          <a:ln/>
        </p:spPr>
      </p:sp>
      <p:sp>
        <p:nvSpPr>
          <p:cNvPr id="30" name="Text 28"/>
          <p:cNvSpPr/>
          <p:nvPr/>
        </p:nvSpPr>
        <p:spPr>
          <a:xfrm>
            <a:off x="99669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006840" y="39319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" y="48920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company document is broken into searchable pieces, converted into numeric vectors, and matched against each question -- the AI answers only from what's actually retrieved.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Runs Fully Offline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8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3246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calls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389120" y="21031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8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389120" y="3246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in-house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0" y="21031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8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8046720" y="3246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per-query cost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493776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SEPA Payment Gateway is classified Tier 1 -- Financial Critical. Sending transaction-adjacent documentation to a third-party API isn't a risk worth taking. Every model here runs on our own hardware.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In Action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51560" y="1143000"/>
            <a:ext cx="1005840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50800" dir="5400000">
              <a:srgbClr val="808080">
                <a:alpha val="35000"/>
              </a:srgbClr>
            </a:outerShdw>
          </a:effectLst>
        </p:spPr>
      </p:sp>
      <p:pic>
        <p:nvPicPr>
          <p:cNvPr id="4" name="Image 0" descr="demo_fu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34440" y="1325880"/>
            <a:ext cx="9692640" cy="45079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6172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“Please describe the mandate creation?” -- answered directly from our SEPA service documentation, with sources cited below.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Engineering Rigor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weekend demo -- every stage was tested against real documents before moving to the next.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20756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Parsing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PDFs, Word docs, and Markdown -- including tables, headers/footers, and embedded diagrams.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0574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60920" y="20756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Retrieval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7432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and deduplication logic tuned and stress-tested against real service documentation.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2976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43159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9834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second-pass reranking step improves relevance before an answer is ever generated.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2976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60920" y="43159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Thoroughly Tested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49834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validated with real files and edge cases -- not just the happy path.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03520" cy="4572000"/>
          </a:xfrm>
          <a:prstGeom prst="roundRect">
            <a:avLst>
              <a:gd name="adj" fmla="val 1200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ingestion (PDF, Word, Markdown)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Q&amp;A with cited sources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chat interface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directly from the browser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303520" cy="4572000"/>
          </a:xfrm>
          <a:prstGeom prst="roundRect">
            <a:avLst>
              <a:gd name="adj" fmla="val 12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0" y="214884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conversations (follow-up questions)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system integration for auto-triage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&amp; human escalation rules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detection of documentation updates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Asking For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377440" y="2194560"/>
            <a:ext cx="502920" cy="502920"/>
          </a:xfrm>
          <a:prstGeom prst="ellipse">
            <a:avLst/>
          </a:prstGeom>
          <a:solidFill>
            <a:srgbClr val="E8B33D"/>
          </a:solidFill>
          <a:ln/>
        </p:spPr>
      </p:sp>
      <p:sp>
        <p:nvSpPr>
          <p:cNvPr id="4" name="Text 2"/>
          <p:cNvSpPr/>
          <p:nvPr/>
        </p:nvSpPr>
        <p:spPr>
          <a:xfrm>
            <a:off x="23774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0" y="2176272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pilot with a small group of on-call engineers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377440" y="3063240"/>
            <a:ext cx="502920" cy="502920"/>
          </a:xfrm>
          <a:prstGeom prst="ellipse">
            <a:avLst/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108960" y="3044952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to help prioritize the roadmap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377440" y="3931920"/>
            <a:ext cx="502920" cy="502920"/>
          </a:xfrm>
          <a:prstGeom prst="ellipse">
            <a:avLst/>
          </a:prstGeom>
          <a:solidFill>
            <a:srgbClr val="E8B33D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108960" y="3913632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compute to reduce response time beyond a single laptop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2026-07-29T07:16:14Z</dcterms:created>
  <dcterms:modified xsi:type="dcterms:W3CDTF">2026-07-29T07:16:14Z</dcterms:modified>
</cp:coreProperties>
</file>